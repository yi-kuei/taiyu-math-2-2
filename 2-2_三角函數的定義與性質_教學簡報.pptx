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【單元破案引言】</a:t>
            </a:r>
          </a:p>
          <a:p>
            <a:r>
              <a:t>各位小小偵探大家好！今天我們要深入直角三角形的幾何世界，解鎖高中數學最重要的符號——三角函數。真相永遠只有一個，讓我們用名偵探的敏銳目光，一步一步找出每個函數背後的密碼！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【地圖導讀】</a:t>
            </a:r>
          </a:p>
          <a:p>
            <a:r>
              <a:t>全班請看路線圖：我們先從直角三角形三邊比建立六大函數定義；接著熟背 30°、45°、60° 特別角；然後掌握神奇魔法六角形四大關係；最後攻克和差平方連環扣與章末實戰！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進入第一階段：強調三角比是「比值」而非「長度」，與三角形相似密切相關。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【板書重點】</a:t>
            </a:r>
          </a:p>
          <a:p>
            <a:r>
              <a:t>帶領學生用手指比劃：sin 是從斜邊滑向對邊、cos 是從斜邊繞過角度滑向鄰邊、tan 是從鄰邊走向對邊。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【解題引導】</a:t>
            </a:r>
          </a:p>
          <a:p>
            <a:r>
              <a:t>提醒學生務必先確認「對邊」是哪一條（角 A 正對面的 BC），「鄰邊」是哪一條（與角 A 相鄰且構成直角的 AC）。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【觀察引導】</a:t>
            </a:r>
          </a:p>
          <a:p>
            <a:r>
              <a:t>請同學對照例題 1 與隨堂 1：$\sin A = \cos B$、$\cos A = \sin B$、$\tan A = \cot B$！這就是之後要學的餘角關係！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【破案技巧】</a:t>
            </a:r>
          </a:p>
          <a:p>
            <a:r>
              <a:t>知一求其餘，永遠先畫一個直角三角形，標上邊長比例，畢氏定理一算，其餘五個馬上現形！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【學生演練】</a:t>
            </a:r>
          </a:p>
          <a:p>
            <a:r>
              <a:t>讓學生自行計算 (7, 24, 25) 勾股數，提醒斜邊為 25。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【概念釐清】</a:t>
            </a:r>
          </a:p>
          <a:p>
            <a:r>
              <a:t>再次強化：函數值是「比值」（不隨放大改變），邊長是「實際長度」（依比例 k 縮放）。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【計算提示】</a:t>
            </a:r>
          </a:p>
          <a:p>
            <a:r>
              <a:t>$\csc A$ 即斜邊除以對邊，鄰邊為 8k，由 $8k = 40$ 得 $k = 5$。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進入第二階段：特別角是高中數學最常出題的基石，必須達到反射神經級別的熟練度。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【課堂互動】</a:t>
            </a:r>
          </a:p>
          <a:p>
            <a:r>
              <a:t>請全班背誦正弦三兄弟：二分之一、二分之根號二、二分之根號三。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【常犯錯誤】</a:t>
            </a:r>
          </a:p>
          <a:p>
            <a:r>
              <a:t>提醒：$\sin^2 45^\circ$ 是 $(\sin 45^\circ)^2$，平方的是函數值，不是角度！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【運算提醒】</a:t>
            </a:r>
          </a:p>
          <a:p>
            <a:r>
              <a:t>$\pi$ 弳等於 180 度，遇到弳度量先轉為度數再代入數值。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【計算機教學】</a:t>
            </a:r>
          </a:p>
          <a:p>
            <a:r>
              <a:t>指導學生在手機或工程計算機上切換 DEG 模式，按 2nd/SHIFT 啟用 tan⁻¹ 反三角函數。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進入第三階段：六角星陣是技術高中學生最強大的視覺記憶武器。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【黑板繪製】</a:t>
            </a:r>
          </a:p>
          <a:p>
            <a:r>
              <a:t>在黑板上畫出六角形，中央寫 1，塗出三個倒三角形（上面兩個加起來等於下面）。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【避雷針】</a:t>
            </a:r>
          </a:p>
          <a:p>
            <a:r>
              <a:t>特別強調第 (3) 小題，學生最常把 $\cot^2 - \csc^2$ 誤寫為 +1，正確是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【破案關鍵】</a:t>
            </a:r>
          </a:p>
          <a:p>
            <a:r>
              <a:t>看到非特別角（40°、50°、72°、18°），第一步找互餘配對（相加等於 90°），化為同角後套用平方關係！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【技巧傳授】</a:t>
            </a:r>
          </a:p>
          <a:p>
            <a:r>
              <a:t>齊次分式同除法可以完全避開求斜邊的麻煩，是技高段考極高頻率出現的必得分題型！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進入第四階段：對稱式、平方與乘積的互換是三角函數的高階思維。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【連環口訣】</a:t>
            </a:r>
          </a:p>
          <a:p>
            <a:r>
              <a:t>和平方得乘積，乘積倒數得切和！這是一套標準組合拳！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【正負號注意】</a:t>
            </a:r>
          </a:p>
          <a:p>
            <a:r>
              <a:t>差平方中間是減號：$1 - 2\sin\cos$，移項時小心正負號不要搞反。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【全班快問快答】</a:t>
            </a:r>
          </a:p>
          <a:p>
            <a:r>
              <a:t>逐條提問學生為什麼對、為什麼錯，讓學生口頭說出反例。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【高階挑戰】</a:t>
            </a:r>
          </a:p>
          <a:p>
            <a:r>
              <a:t>這是本單元難度最高的劇場版魔王題，引導學生利用因式分解公式結合對稱式求解。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【結案鼓舞】</a:t>
            </a:r>
          </a:p>
          <a:p>
            <a:r>
              <a:t>恭喜全班完成泰宇數學 2-2 探案特訓！掌握這五大神技，所有三角函數題目都能迎刃而解！下課！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