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【單元引言】</a:t>
            </a:r>
          </a:p>
          <a:p>
            <a:r>
              <a:t>全班同學好！今天我們要進入高中數學最關鍵的核心——三角函數。我們將從直角三角形邊長比例出發，一步步推導六大函數、熟記特別角、掌握神奇六角星陣，輕鬆攻克所有題型！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【地圖導讀】</a:t>
            </a:r>
          </a:p>
          <a:p>
            <a:r>
              <a:t>全班請看路線圖：我們先從直角三角形三邊比建立六大函數定義；接著熟背 30°、45°、60° 特別角；然後掌握神奇魔法六角形四大關係；最後攻克和差平方連環扣與章末實戰！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【觀念精講】</a:t>
            </a:r>
          </a:p>
          <a:p>
            <a:r>
              <a:t>邊長為 2 的正三角形對折後，高為根號 3。相似三角形對應邊成比例，因此角 A 固定時，邊長比值為定值，這就是三角比的由來！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【板書重點】</a:t>
            </a:r>
          </a:p>
          <a:p>
            <a:r>
              <a:t>斜邊為 r、對邊為 y、鄰邊為 x。正弦 sin=y/r、餘弦 cos=x/r、正切 tan=y/x。其倒數分別為餘割 csc、正割 sec、餘切 cot。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【記憶口訣】</a:t>
            </a:r>
          </a:p>
          <a:p>
            <a:r>
              <a:t>記住：S 配 C，T 配 T！正弦 sin 配餘割 csc；餘弦 cos 配正割 sec；正切 tan 配餘切 cot。正配餘、餘配正，切勿同字首相配！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【例題 1 講解】</a:t>
            </a:r>
          </a:p>
          <a:p>
            <a:r>
              <a:t>本大題包含兩小題直角三角形：第 (1) 小題為 8-15-17，第 (2) 小題為 5-12-13。請同學先鎖定角 A 的對邊與鄰邊，先求 sin、cos、tan，再直接取倒數得 csc、sec、cot！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【隨堂 1 演練】</a:t>
            </a:r>
          </a:p>
          <a:p>
            <a:r>
              <a:t>注意視角切換到角 B！此時角 B 的對邊與鄰邊剛好跟角 A 互換，斜邊仍維持不變。請全班對照例題 1 與隨堂 1 的結果，體會餘角互換的關係！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【知一求其餘】</a:t>
            </a:r>
          </a:p>
          <a:p>
            <a:r>
              <a:t>已知 cos A = 5/13，設鄰邊為 5k、斜邊為 13k，利用畢氏定理求出對邊為 12k。三邊比例 5:12:13 一確定，其餘五個函數值直接寫出！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【學生實戰】</a:t>
            </a:r>
          </a:p>
          <a:p>
            <a:r>
              <a:t>設對邊為 24k、鄰邊為 7k，畢氏定理算斜邊：根號(24^2 + 7^2) = 25k。三邊比 7:24:25，迅速寫出其餘五個函數值！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【比例與長度】</a:t>
            </a:r>
          </a:p>
          <a:p>
            <a:r>
              <a:t>強調函數值是比值（不隨放大改變），邊長是實際長度。由三邊比 3:4:5，斜邊 5k=15 得放大倍數 k=3，實際邊長為 9 與 12。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【倒數與邊長】</a:t>
            </a:r>
          </a:p>
          <a:p>
            <a:r>
              <a:t>csc A = 17/15 代表斜邊與對邊比為 17:15，鄰邊即為 8。由鄰邊 8k=40 得 k=5，故斜邊 AB=85、對邊 BC=75。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【幾何推導】</a:t>
            </a:r>
          </a:p>
          <a:p>
            <a:r>
              <a:t>30°-60°-90° 直角三角形三邊比為 1:根號3:2。對角對短邊（30° 對 1，60° 對根號 3，90° 對 2），牢記三邊比即可推出所有值！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【等腰直角】</a:t>
            </a:r>
          </a:p>
          <a:p>
            <a:r>
              <a:t>45°-45°-90° 等腰直角三角形三邊比為 1:1:根號2。sin 45° = cos 45° = 根號2/2，tan 45° = cot 45° =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【階梯規律】</a:t>
            </a:r>
          </a:p>
          <a:p>
            <a:r>
              <a:t>sin 分子是根號1、根號2、根號3（分子遞增）；cos 分子是根號3、根號2、根號1（分子逆序遞減）；分母恆為 2！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【代值計算】</a:t>
            </a:r>
          </a:p>
          <a:p>
            <a:r>
              <a:t>第 (1) 小題代入 sin 30°=1/2、cos 60°=1/2、tan 45°=1 得 1。</a:t>
            </a:r>
          </a:p>
          <a:p>
            <a:r>
              <a:t>第 (2) 小題注意 sin^2 45° 是平方函數值：2*(1/根號2)^2 = 1，乘積項 cot 30°*csc 60° = 根號3*(2/根號3) = 2，合計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【根號與弳度】</a:t>
            </a:r>
          </a:p>
          <a:p>
            <a:r>
              <a:t>第 (1) 小題計算化簡得 2*根號3 - 1。</a:t>
            </a:r>
          </a:p>
          <a:p>
            <a:r>
              <a:t>第 (2) 小題將弳度 pi/4, pi/6, pi/3 轉為 45°, 30°, 60°，通分計算得 11/12。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【科技素養】</a:t>
            </a:r>
          </a:p>
          <a:p>
            <a:r>
              <a:t>坡度定義即正切值 tan θ = 垂直上升 / 水平前進。tan θ = 1/8 = 0.125，使用工程計算機按 tan^(-1)(0.125) 得夾角約 7.125°。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【生活應用】</a:t>
            </a:r>
          </a:p>
          <a:p>
            <a:r>
              <a:t>20% 坡度代表水平前進 100 公尺、垂直上升 20 公尺。tan θ = 20/100 = 0.2，計算機按 tan^(-1)(0.2) 得約 11.3°，夾角約為 11°。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【六角星陣全覽】</a:t>
            </a:r>
          </a:p>
          <a:p>
            <a:r>
              <a:t>頂點順序：左側無 co (sin, tan, sec)，右側帶 co (cos, cot, csc)，中央放 1。涵蓋對角互倒、倒三角平方和、相鄰相除、橫向餘角互換！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【倒數律】</a:t>
            </a:r>
          </a:p>
          <a:p>
            <a:r>
              <a:t>每條對角線兩端乘積為 1：sin*csc=1, cos*sec=1, tan*cot=1。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【商數律】</a:t>
            </a:r>
          </a:p>
          <a:p>
            <a:r>
              <a:t>每個頂點等於相鄰兩頂點之商：tan = sin/cos、cot = cos/sin。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【平方律】</a:t>
            </a:r>
          </a:p>
          <a:p>
            <a:r>
              <a:t>三個倒三角形：上方兩頂點平方和等於下方頂點！sin^2+cos^2=1、1+tan^2=sec^2、1+cot^2=csc^2。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【餘角律】</a:t>
            </a:r>
          </a:p>
          <a:p>
            <a:r>
              <a:t>同高度橫向端點角度相加 90° 函數互換：sin(90°-θ)=cos θ、tan(90°-θ)=cot θ、sec(90°-θ)=csc 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【秒殺題型】</a:t>
            </a:r>
          </a:p>
          <a:p>
            <a:r>
              <a:t>(1) 同角倒數相乘：sin 50° * csc 50° = 1。</a:t>
            </a:r>
          </a:p>
          <a:p>
            <a:r>
              <a:t>(2) 同角平方和：sin^2 40° + cos^2 40° = 1。</a:t>
            </a:r>
          </a:p>
          <a:p>
            <a:r>
              <a:t>(3) 平方關係變形：sec^2 70° - tan^2 70° =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【符號陷阱提醒】</a:t>
            </a:r>
          </a:p>
          <a:p>
            <a:r>
              <a:t>(1) cos 35° * sec 35° = 1。</a:t>
            </a:r>
          </a:p>
          <a:p>
            <a:r>
              <a:t>(2) sin^2 80° + cos^2 80° = 1。</a:t>
            </a:r>
          </a:p>
          <a:p>
            <a:r>
              <a:t>(3) cot^2 12° - csc^2 12° = -1（注意移項負號！）。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【非特別角破案】</a:t>
            </a:r>
          </a:p>
          <a:p>
            <a:r>
              <a:t>40°+50°=90° 得 tan 50°=cot 40°，故 tan 40°*cot 40°=1；72°+18°=90° 得 csc 18°=sec 72°，tan^2 72°-sec^2 72°=-1。合計 1 + (-1) =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【兩組餘角配對】</a:t>
            </a:r>
          </a:p>
          <a:p>
            <a:r>
              <a:t>第一組：cos^2 35° + cos^2 55° = cos^2 35° + sin^2 35° = 1。</a:t>
            </a:r>
          </a:p>
          <a:p>
            <a:r>
              <a:t>第二組：csc^2 47° - tan^2 43° = csc^2 47° - cot^2 47° = 1。合計 1 + 1 =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【齊次同除神技】</a:t>
            </a:r>
          </a:p>
          <a:p>
            <a:r>
              <a:t>分子分母同除以 cos θ，正弦全變正切：(tan θ + 2) / (3 tan θ - 1) = (2 + 2) / (6 - 1) = 4/5！完全不必算斜邊！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【同除正弦】</a:t>
            </a:r>
          </a:p>
          <a:p>
            <a:r>
              <a:t>已知餘切，分子分母同除以 sin θ：(1 - 3 cot θ) / (5 + 6 cot θ) = (1 - 2) / (5 + 4) = -1/9。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【三大核心式】</a:t>
            </a:r>
          </a:p>
          <a:p>
            <a:r>
              <a:t>(1) 和平方：(sin+cos)^2 = 1 + 2 sin cos。</a:t>
            </a:r>
          </a:p>
          <a:p>
            <a:r>
              <a:t>(2) 差平方：(sin-cos)^2 = 1 - 2 sin cos。</a:t>
            </a:r>
          </a:p>
          <a:p>
            <a:r>
              <a:t>(3) 切和倒數：tan + cot = 1 / (sin cos)。見和差必平方！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【連環口訣】</a:t>
            </a:r>
          </a:p>
          <a:p>
            <a:r>
              <a:t>(1) 平方展開：1 + 2 sin cos = (4/3)^2 = 16/9 得 sin cos = 7/18。</a:t>
            </a:r>
          </a:p>
          <a:p>
            <a:r>
              <a:t>(2) 切和即乘積倒數：tan + cot = 1 / (7/18) = 18/7！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【差平方實戰】</a:t>
            </a:r>
          </a:p>
          <a:p>
            <a:r>
              <a:t>(1) 差平方：1 - 2 sin cos = (3/5)^2 = 9/25 得 sin cos = 8/25。</a:t>
            </a:r>
          </a:p>
          <a:p>
            <a:r>
              <a:t>(2) 切和即倒數：tan + cot = 1 / (8/25) = 25/8！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【觀念診斷 1】</a:t>
            </a:r>
          </a:p>
          <a:p>
            <a:r>
              <a:t>正確（○）！已知 sin θ = y/r，由畢氏定理鄰邊 x = 根號(r^2 - y^2) 唯一確定，因此其餘五個三角函數值皆能完全求出！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【觀念診斷 2】</a:t>
            </a:r>
          </a:p>
          <a:p>
            <a:r>
              <a:t>錯誤（×）！函數值是邊長『比值』而非『長度』！三邊比為 3k:4k:5k，若未給予任何邊長條件，無法求得實際長度！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【觀念診斷 3】</a:t>
            </a:r>
          </a:p>
          <a:p>
            <a:r>
              <a:t>錯誤（×）！平方關係的前提是『同角』！sin^2 α + cos^2 β 不保證等於 1。反例：α=30°, β=60° 時平方和為 1/2 ≠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【觀念診斷 4】</a:t>
            </a:r>
          </a:p>
          <a:p>
            <a:r>
              <a:t>錯誤（×）！倒數關係是 sin θ * csc θ = 1，並非 sin θ * cos θ = 1！反例：θ=30° 時乘積為 根號3/4 ≠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【觀念診斷 5】</a:t>
            </a:r>
          </a:p>
          <a:p>
            <a:r>
              <a:t>錯誤（×）！(sin+cos)^2 展開必須包含交叉項 2 sin cos！因為 θ 為銳角，交叉項大於 0，故展開值大於 1，不可能等於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1 詳解】</a:t>
            </a:r>
          </a:p>
          <a:p>
            <a:r>
              <a:t>sin A = 3/5 得三邊比 3:4:5。對邊 3、鄰邊 4、斜邊 5。tan A = 3/4、sec A = 5/4，相加 3/4 + 5/4 = 8/4 =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2 詳解】</a:t>
            </a:r>
          </a:p>
          <a:p>
            <a:r>
              <a:t>三邊比 5:12:13。第 (1) 小題 sin A = 12/13。</a:t>
            </a:r>
          </a:p>
          <a:p>
            <a:r>
              <a:t>第 (2) 小題斜邊 13k = 26 得 k=2，鄰邊 AC = 5(2) = 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3 詳解】</a:t>
            </a:r>
          </a:p>
          <a:p>
            <a:r>
              <a:t>第 (1) 小題代入特別角算得 1 + 2 + 4 = 7。</a:t>
            </a:r>
          </a:p>
          <a:p>
            <a:r>
              <a:t>第 (2) 小題利用平方差公式 (2 + 根號2/2)(2 - 根號2/2) = 4 - 1/2 = 7/2。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4 詳解】</a:t>
            </a:r>
          </a:p>
          <a:p>
            <a:r>
              <a:t>cos 70° = sin 20° 得 cos^2 20° + sin^2 20° = 1；csc 70° = sec 20° 得 tan^2 20° - sec^2 20° = -1。原式 = 1 + (-1) =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5 詳解】</a:t>
            </a:r>
          </a:p>
          <a:p>
            <a:r>
              <a:t>(sin+cos)^2 + (sin-cos)^2 = (1 + 2sincos) + (1 - 2sincos) = 1 + 1 = 2！交叉項完美抵消！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6 詳解】</a:t>
            </a:r>
          </a:p>
          <a:p>
            <a:r>
              <a:t>分子分母同除以 sin θ：(5 - 4 cot θ) / (5 + 3 cot θ) = (5 - 5/3) / (5 + 5/4) = (10/3) / (25/4) = 8/15。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【基礎 7 詳解】</a:t>
            </a:r>
          </a:p>
          <a:p>
            <a:r>
              <a:t>第 (1) 小題差平方 1 - 2sincos = 1/4 得 sincos = 3/8。</a:t>
            </a:r>
          </a:p>
          <a:p>
            <a:r>
              <a:t>第 (2) 小題切和為乘積倒數：tan + cot = 1 / (3/8) = 8/3。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【進階 8 詳解】</a:t>
            </a:r>
          </a:p>
          <a:p>
            <a:r>
              <a:t>通分分母 (1+sin)(1-sin) = 1 - sin^2 = cos^2 θ；分子為 (1-sin) + (1+sin) = 2。原式 = 2 / cos^2 θ = 2 / (1/25) = 50！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【進階 9 劇場版魔王題】</a:t>
            </a:r>
          </a:p>
          <a:p>
            <a:r>
              <a:t>(1) tan+cot = 1/sincos = 25/12 得 sincos = 12/25。</a:t>
            </a:r>
          </a:p>
          <a:p>
            <a:r>
              <a:t>(2) (sin+cos)^2 = 1 + 24/25 = 49/25 得 sin+cos = 7/5。</a:t>
            </a:r>
          </a:p>
          <a:p>
            <a:r>
              <a:t>(3) 立方和公式 (sin+cos)(1 - sincos) = (7/5) * (13/25) = 91/125！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【結案鼓舞】</a:t>
            </a:r>
          </a:p>
          <a:p>
            <a:r>
              <a:t>恭喜全班完成泰宇技術高中數學（第一冊）2-2 三角函數的定義與性質探案特訓！掌握這五大神技，所有三角函數題目都能迎刃而解！真相永遠只有一個！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